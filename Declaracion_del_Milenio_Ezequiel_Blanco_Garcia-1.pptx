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Declaración del Milenio</a:t>
            </a:r>
          </a:p>
          <a:p>
            <a:r>
              <a:rPr sz="4000"/>
              <a:t>Organización de las Naciones Unidas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Ezequiel Blanco García</a:t>
            </a:r>
          </a:p>
          <a:p>
            <a:r>
              <a:rPr sz="2000"/>
              <a:t>Fecha: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Adoptada el 8 de septiembre del año 2000.</a:t>
            </a:r>
          </a:p>
          <a:p>
            <a:r>
              <a:rPr sz="2400"/>
              <a:t>• Firmada por 189 Estados Miembros.</a:t>
            </a:r>
          </a:p>
          <a:p>
            <a:r>
              <a:rPr sz="2400"/>
              <a:t>• Establece compromisos globales para el desarrollo.</a:t>
            </a:r>
          </a:p>
          <a:p>
            <a:r>
              <a:rPr sz="2400"/>
              <a:t>• Busca promover paz, derechos humanos y reducción de pobreza.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Histórico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Celebrada en la Cumbre del Milenio en Nueva York.</a:t>
            </a:r>
          </a:p>
          <a:p>
            <a:r>
              <a:rPr sz="2400"/>
              <a:t>• Inicio del siglo XXI con grandes desafíos globales.</a:t>
            </a:r>
          </a:p>
          <a:p>
            <a:r>
              <a:rPr sz="2400"/>
              <a:t>• Enfoque en cooperación internacional.</a:t>
            </a:r>
          </a:p>
          <a:p>
            <a:r>
              <a:rPr sz="2400"/>
              <a:t>• Base para los Objetivos de Desarrollo del Milenio (ODM).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Desarrollo del Milenio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1. Erradicar la pobreza extrema y el hambre.</a:t>
            </a:r>
          </a:p>
          <a:p>
            <a:r>
              <a:rPr sz="2200"/>
              <a:t>2. Lograr enseñanza primaria universal.</a:t>
            </a:r>
          </a:p>
          <a:p>
            <a:r>
              <a:rPr sz="2200"/>
              <a:t>3. Promover igualdad de género.</a:t>
            </a:r>
          </a:p>
          <a:p>
            <a:r>
              <a:rPr sz="2200"/>
              <a:t>4. Reducir mortalidad infantil.</a:t>
            </a:r>
          </a:p>
          <a:p>
            <a:r>
              <a:rPr sz="2200"/>
              <a:t>5. Mejorar salud materna.</a:t>
            </a:r>
          </a:p>
          <a:p>
            <a:r>
              <a:rPr sz="2200"/>
              <a:t>6. Combatir enfermedades.</a:t>
            </a:r>
          </a:p>
          <a:p>
            <a:r>
              <a:rPr sz="2200"/>
              <a:t>7. Sostenibilidad ambiental.</a:t>
            </a:r>
          </a:p>
          <a:p>
            <a:r>
              <a:rPr sz="2200"/>
              <a:t>8. Asociación mundial para el desarrollo.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 los ODM</a:t>
            </a:r>
          </a:p>
        </p:txBody>
      </p:sp>
      <p:pic>
        <p:nvPicPr>
          <p:cNvPr id="3" name="Picture 2" descr="grafica_o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Compromiso global sin precedentes.</a:t>
            </a:r>
          </a:p>
          <a:p>
            <a:r>
              <a:rPr sz="2400"/>
              <a:t>• Mejoras en educación y salud.</a:t>
            </a:r>
          </a:p>
          <a:p>
            <a:r>
              <a:rPr sz="2400"/>
              <a:t>• Reducción significativa de pobreza.</a:t>
            </a:r>
          </a:p>
          <a:p>
            <a:r>
              <a:rPr sz="2400"/>
              <a:t>• Fortalecimiento de cooperación internacional.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Transición a los 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En 2015 se adoptan los Objetivos de Desarrollo Sostenible.</a:t>
            </a:r>
          </a:p>
          <a:p>
            <a:r>
              <a:rPr sz="2400"/>
              <a:t>• Agenda 2030 con 17 objetivos.</a:t>
            </a:r>
          </a:p>
          <a:p>
            <a:r>
              <a:rPr sz="2400"/>
              <a:t>• Continuación del compromiso global.</a:t>
            </a:r>
          </a:p>
          <a:p>
            <a:r>
              <a:rPr sz="2400"/>
              <a:t>• Mayor enfoque en sostenibilidad e inclusión.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La Declaración del Milenio representó un paso decisivo hacia la cooperación internacional y el desarrollo humano. Sentó las bases para los actuales Objetivos de Desarrollo Sostenible y demostró que el trabajo conjunto entre naciones es esencial para enfrentar los desafíos globales.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